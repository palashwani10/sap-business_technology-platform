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22E5-CB75-96FB-5438-2ACBFECCE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47B0C-0C6D-C209-4E49-E2466A01C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B9AD1-099B-3B85-F16B-91EF9087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4EDC9-AD0D-A828-9F89-FAD10C09A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BEE88-E3BC-70EB-31F4-184E8A1D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08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4EA4-D17A-F9EE-F979-2EEFE78E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DF0E1-F3DA-AE49-4DB0-F5DB4769F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3427F-6F38-8204-8495-18AB471D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8407A-8E38-4A96-5E33-A1FDA6633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65813-6D22-AFF7-BF27-F890EE96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71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F396-EBB6-4CDD-955E-DD821CA34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779A-9E5B-D2DC-8B22-76D24F60F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77E7-AD88-081C-5501-67276920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5A090-5F09-2D90-D8C1-1A14BAF2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06A3F-369A-002E-B085-E89CB0D7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2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B2F0-B8C6-CE22-C253-24B3C21F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F047-3600-B2A4-5ADE-86BD8CFB0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449CA-CDA3-C50F-34F9-FB5CBF0E8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86341-8B02-E974-BE7D-9A871008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938B9-5751-A60B-653F-8BD139D1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13AF8-BF40-6366-05A9-514819E7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0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50CD-0AAE-4D80-E54B-4D86AF5E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2C055-640F-E04B-29FC-14F87AF7B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5706B-56EE-E192-8CB0-8327B0324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6432D-55C6-8E77-E504-6215C7D71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09F4A-BB21-941E-57CA-C012CA66C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F48E5-6BCB-DF0F-CF90-62162A7A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26DDB-6215-2F2A-D92A-BE3737428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99688-2B21-79C4-3EDB-079C9E21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9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CB8F-2D8C-091A-CDBA-BB8F8C64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4A794-619B-A485-F1FD-D28E35F7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D6974-EDB2-5E98-6FFE-F4965E65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9C797-F32F-C3E0-7791-D23B8F91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46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38AF2-02C7-592D-8B74-4C27C22B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EDEB5-CF98-0A26-7680-10000793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5A65D-2044-E9E2-7778-E24B8B55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6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C849-6E7E-A99A-BBE6-434AC8C6D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489F-5A3B-A135-5E38-C13AA299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28C62-7DB6-A88B-AEBC-F7A342266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45AF6-3E2E-F8E0-CC3C-389F9386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A458C-0C84-762F-B6E3-7635CC5BC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70AF5-C214-587D-669F-3DBB0AB7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D44C-1E0C-F39B-3DC8-94F934339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768E6-5B8C-F104-DC23-9A49714D7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260E-DF94-7360-FCE9-CF4CC7902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0DE5B-EECB-68B0-8476-9DF9AEF3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D6026-D762-7880-0FD3-4DA1D5164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88D64-F853-0809-07D2-91B1F724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9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881A-F1E0-399F-B125-9AEAB31B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DEC0C-B407-E02D-5750-DBD636C93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B4EF0-B372-B722-AD76-27557E47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07782-F315-70F4-AA46-DA6709BC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BD789-0A45-5FEF-C884-436B5D09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026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C59DD1-6AB1-E0EB-4459-3D418EA56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7B594-1EE2-B655-1F3E-948DDC9EF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911B4-7C10-029B-D776-EB537119D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E184B-4F6F-9133-FDB9-0E4EF1E5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9EEA7-D7E1-DFBB-2948-EF547393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60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9C990-E499-C1D8-B5A3-03AFAB43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A00AA-0997-A26B-0960-24CFAD6F8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B3C35-F8AC-77C8-84B9-66655C5E1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88506-45F2-44D9-80E5-10C5DC63E03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264B8-521E-6247-0EC8-94474582A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62580-00F1-F993-9CEA-EDF1B09F8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3F348-67E8-43B7-88FD-D012867E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67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29D1-DAFF-89CD-B343-66664EA6B3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SAP </a:t>
            </a:r>
            <a:br>
              <a:rPr lang="en-US" b="1" dirty="0"/>
            </a:br>
            <a:r>
              <a:rPr lang="en-US" b="1" dirty="0"/>
              <a:t>Business Technology Platform (Part-1)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F7DD0-C2FC-D390-040A-87C82F8E87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USE Case 3: </a:t>
            </a:r>
          </a:p>
          <a:p>
            <a:r>
              <a:rPr lang="en-IN" sz="4000" b="1" dirty="0"/>
              <a:t>SALES</a:t>
            </a:r>
          </a:p>
        </p:txBody>
      </p:sp>
    </p:spTree>
    <p:extLst>
      <p:ext uri="{BB962C8B-B14F-4D97-AF65-F5344CB8AC3E}">
        <p14:creationId xmlns:p14="http://schemas.microsoft.com/office/powerpoint/2010/main" val="515974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97E4E6-428A-F811-D545-27CC34948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92" y="939040"/>
            <a:ext cx="10242482" cy="504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7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13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SAP  Business Technology Platform (Part-1)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PALASH WANI</dc:creator>
  <cp:lastModifiedBy>PALASH WANI</cp:lastModifiedBy>
  <cp:revision>6</cp:revision>
  <dcterms:created xsi:type="dcterms:W3CDTF">2025-06-18T07:53:33Z</dcterms:created>
  <dcterms:modified xsi:type="dcterms:W3CDTF">2025-07-02T21:47:19Z</dcterms:modified>
</cp:coreProperties>
</file>